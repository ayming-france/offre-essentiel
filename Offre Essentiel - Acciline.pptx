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moe.accilineplus.com/PlateformeRH24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488990" y="5909816"/>
            <a:ext cx="3213714" cy="447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