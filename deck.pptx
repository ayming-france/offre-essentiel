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hyperlink" Target="https://moe.accilineplus.com/PlateformeRH24" TargetMode="Externa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4679485" y="5909816"/>
            <a:ext cx="3213714" cy="447663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