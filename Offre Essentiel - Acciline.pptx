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moe.accilineplus.com/PlateformeRH24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535032" y="5832456"/>
            <a:ext cx="3121631" cy="43483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